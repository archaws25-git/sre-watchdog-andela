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46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SRE Watchdog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Intelligent Observability &amp; Event Watchdog</a:t>
            </a:r>
          </a:p>
          <a:p>
            <a:r>
              <a:t>MVP Presentation —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SRE teams drown in log noise — thousands of entries per minute</a:t>
            </a:r>
          </a:p>
          <a:p>
            <a:pPr>
              <a:defRPr sz="1800"/>
            </a:pPr>
            <a:r>
              <a:t>Manual threshold monitoring misses subtle degradation patterns</a:t>
            </a:r>
          </a:p>
          <a:p>
            <a:pPr>
              <a:defRPr sz="1800"/>
            </a:pPr>
            <a:r>
              <a:t>Alert fatigue from duplicate/noisy notifications</a:t>
            </a:r>
          </a:p>
          <a:p>
            <a:pPr>
              <a:defRPr sz="1800"/>
            </a:pPr>
            <a:r>
              <a:t>No intelligent context in alerts — just raw numbers</a:t>
            </a:r>
          </a:p>
          <a:p>
            <a:pPr>
              <a:defRPr sz="1800"/>
            </a:pPr>
            <a:r>
              <a:t>Need: AI-powered anomaly detection with actionable summaries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SRE Watchdog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Python FastAPI application with AI-powered log analysis</a:t>
            </a:r>
          </a:p>
          <a:p>
            <a:pPr>
              <a:defRPr sz="1800"/>
            </a:pPr>
            <a:r>
              <a:t>Two-gate detection: statistical pre-filter + AWS Bedrock AI</a:t>
            </a:r>
          </a:p>
          <a:p>
            <a:pPr>
              <a:defRPr sz="1800"/>
            </a:pPr>
            <a:r>
              <a:t>Automatic webhook alerts with severity classification</a:t>
            </a:r>
          </a:p>
          <a:p>
            <a:pPr>
              <a:defRPr sz="1800"/>
            </a:pPr>
            <a:r>
              <a:t>Real-time dashboard with Chart.js visualizations</a:t>
            </a:r>
          </a:p>
          <a:p>
            <a:pPr>
              <a:defRPr sz="1800"/>
            </a:pPr>
            <a:r>
              <a:t>Full audit trail — every detection, analysis, and alert recorded</a:t>
            </a:r>
          </a:p>
          <a:p>
            <a:pPr>
              <a:defRPr sz="1800"/>
            </a:pPr>
            <a:r>
              <a:t>12-factor app methodology — all config via environment variables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Gate 1: APScheduler tick → per-service error rate computation</a:t>
            </a:r>
          </a:p>
          <a:p>
            <a:pPr>
              <a:defRPr sz="1800"/>
            </a:pPr>
            <a:r>
              <a:t>Gate 2: FastAPI BackgroundTask → Bedrock Converse API (Claude Sonnet 4.6)</a:t>
            </a:r>
          </a:p>
          <a:p>
            <a:pPr>
              <a:defRPr sz="1800"/>
            </a:pPr>
            <a:r>
              <a:t>Alert Service: Severity mapping + webhook dispatch with retry</a:t>
            </a:r>
          </a:p>
          <a:p>
            <a:pPr>
              <a:defRPr sz="1800"/>
            </a:pPr>
            <a:r>
              <a:t>Cooldown: Prevents alert fatigue (15-min suppression window)</a:t>
            </a:r>
          </a:p>
          <a:p>
            <a:pPr>
              <a:defRPr sz="1800"/>
            </a:pPr>
            <a:r>
              <a:t>Dashboard: Jinja2 SSR + Chart.js + auto-refresh every 60s</a:t>
            </a:r>
          </a:p>
          <a:p>
            <a:pPr>
              <a:defRPr sz="1800"/>
            </a:pPr>
            <a:r>
              <a:t>Storage: SQLite WAL mode for concurrent read/write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Language: Python 3.11+</a:t>
            </a:r>
          </a:p>
          <a:p>
            <a:pPr>
              <a:defRPr sz="1800"/>
            </a:pPr>
            <a:r>
              <a:t>Framework: FastAPI + Uvicorn</a:t>
            </a:r>
          </a:p>
          <a:p>
            <a:pPr>
              <a:defRPr sz="1800"/>
            </a:pPr>
            <a:r>
              <a:t>AI: AWS Bedrock (Claude Sonnet 4.6 via Converse API)</a:t>
            </a:r>
          </a:p>
          <a:p>
            <a:pPr>
              <a:defRPr sz="1800"/>
            </a:pPr>
            <a:r>
              <a:t>Database: SQLite with WAL mode (SQLAlchemy ORM)</a:t>
            </a:r>
          </a:p>
          <a:p>
            <a:pPr>
              <a:defRPr sz="1800"/>
            </a:pPr>
            <a:r>
              <a:t>Scheduling: APScheduler (BackgroundScheduler)</a:t>
            </a:r>
          </a:p>
          <a:p>
            <a:pPr>
              <a:defRPr sz="1800"/>
            </a:pPr>
            <a:r>
              <a:t>Dashboard: Jinja2 + Chart.js</a:t>
            </a:r>
          </a:p>
          <a:p>
            <a:pPr>
              <a:defRPr sz="1800"/>
            </a:pPr>
            <a:r>
              <a:t>Testing: pytest + hypothesis + freezegun + respx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Phase 1: Requirements &amp; Design (spec-driven development)</a:t>
            </a:r>
          </a:p>
          <a:p>
            <a:pPr>
              <a:defRPr sz="1800"/>
            </a:pPr>
            <a:r>
              <a:t>Phase 2: Project scaffold, config, database foundation</a:t>
            </a:r>
          </a:p>
          <a:p>
            <a:pPr>
              <a:defRPr sz="1800"/>
            </a:pPr>
            <a:r>
              <a:t>Phase 3: Core services (ingestion, Bedrock client, alert service)</a:t>
            </a:r>
          </a:p>
          <a:p>
            <a:pPr>
              <a:defRPr sz="1800"/>
            </a:pPr>
            <a:r>
              <a:t>Phase 4: Anomaly detector (two-gate pipeline) + scheduler</a:t>
            </a:r>
          </a:p>
          <a:p>
            <a:pPr>
              <a:defRPr sz="1800"/>
            </a:pPr>
            <a:r>
              <a:t>Phase 5: API routers (8 endpoints) + app wiring</a:t>
            </a:r>
          </a:p>
          <a:p>
            <a:pPr>
              <a:defRPr sz="1800"/>
            </a:pPr>
            <a:r>
              <a:t>Phase 6: Dashboard, synthetic log generator, documentation</a:t>
            </a:r>
          </a:p>
          <a:p>
            <a:pPr>
              <a:defRPr sz="1800"/>
            </a:pPr>
            <a:r>
              <a:t>Phase 7: Test infrastructure, verification, git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10,000 synthetic logs across 5 services (24-hour simulation)</a:t>
            </a:r>
          </a:p>
          <a:p>
            <a:pPr>
              <a:defRPr sz="1800"/>
            </a:pPr>
            <a:r>
              <a:t>3 seeded anomaly windows: sharp spike, sustained degradation, cascade</a:t>
            </a:r>
          </a:p>
          <a:p>
            <a:pPr>
              <a:defRPr sz="1800"/>
            </a:pPr>
            <a:r>
              <a:t>AI-generated anomaly summaries with severity scoring (0.0–1.0)</a:t>
            </a:r>
          </a:p>
          <a:p>
            <a:pPr>
              <a:defRPr sz="1800"/>
            </a:pPr>
            <a:r>
              <a:t>Webhook alerts with 4-band severity (LOW/MEDIUM/HIGH/CRITICAL)</a:t>
            </a:r>
          </a:p>
          <a:p>
            <a:pPr>
              <a:defRPr sz="1800"/>
            </a:pPr>
            <a:r>
              <a:t>Cooldown suppression to prevent alert fatigue</a:t>
            </a:r>
          </a:p>
          <a:p>
            <a:pPr>
              <a:defRPr sz="1800"/>
            </a:pPr>
            <a:r>
              <a:t>On-demand analysis via POST /analyze + job polling</a:t>
            </a:r>
          </a:p>
          <a:p>
            <a:pPr>
              <a:defRPr sz="1800"/>
            </a:pPr>
            <a:r>
              <a:t>11 API endpoints + HTML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06091" y="274320"/>
            <a:ext cx="593181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Dashboard: Metrics &amp; Error Rate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AAAAAA"/>
                </a:solidFill>
              </a:defRPr>
            </a:pPr>
            <a:r>
              <a:t>Metrics bar showing logs ingested, anomalies, alerts, and failures. Chart.js line chart with error rate per service over 24 hours.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D26AFB-E9DE-40E6-274B-CC3F9CD1D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90" y="944155"/>
            <a:ext cx="8762338" cy="43653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71210" y="274638"/>
            <a:ext cx="600157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Dashboard: Anomaly Detection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AAAAAA"/>
                </a:solidFill>
              </a:defRPr>
            </a:pPr>
            <a:r>
              <a:t>Recent anomalies table showing service, time window, AI score, lifecycle status, severity badge, and AI-generated summary.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EB0A60-9F12-596B-A0DC-8CBA45209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31" y="2130262"/>
            <a:ext cx="8746436" cy="29426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27255" y="274320"/>
            <a:ext cx="46894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Dashboard: Alert Dispatch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AAAAAA"/>
                </a:solidFill>
              </a:defRPr>
            </a:pPr>
            <a:r>
              <a:t>Recent alerts table showing timestamp, service, severity, anomaly ID, and dispatch status (sent/suppressed/failed).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8B2245-C6CF-764C-8187-591143E0D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38" y="2346903"/>
            <a:ext cx="8714631" cy="24000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27201" y="274320"/>
            <a:ext cx="508959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/>
              <a:t>Dashboard: On-Demand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AAAAAA"/>
                </a:solidFill>
              </a:defRPr>
            </a:pPr>
            <a:r>
              <a:t>Run Analysis button triggering Bedrock AI analysis across all services. Shows loading state and refreshes results on completion.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727DCE-1360-9BA9-C01F-C41FB78CD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92" y="1407801"/>
            <a:ext cx="8651019" cy="40573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Detection Pipeline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APScheduler tick fires every 60 seconds</a:t>
            </a:r>
          </a:p>
          <a:p>
            <a:pPr>
              <a:defRPr sz="1800"/>
            </a:pPr>
            <a:r>
              <a:t>2. Gate 1: Compute error rate per service (sliding 5-min window)</a:t>
            </a:r>
          </a:p>
          <a:p>
            <a:pPr>
              <a:defRPr sz="1800"/>
            </a:pPr>
            <a:r>
              <a:t>3. If error_rate &gt; 10%: create AnomalyWindow (pending_analysis)</a:t>
            </a:r>
          </a:p>
          <a:p>
            <a:pPr>
              <a:defRPr sz="1800"/>
            </a:pPr>
            <a:r>
              <a:t>4. Gate 2: BackgroundTask invokes Bedrock with log context</a:t>
            </a:r>
          </a:p>
          <a:p>
            <a:pPr>
              <a:defRPr sz="1800"/>
            </a:pPr>
            <a:r>
              <a:t>5. Bedrock returns anomaly_score (0.0–1.0) + AI summary</a:t>
            </a:r>
          </a:p>
          <a:p>
            <a:pPr>
              <a:defRPr sz="1800"/>
            </a:pPr>
            <a:r>
              <a:t>6. If score ≥ 0.5 and no cooldown: dispatch webhook alert</a:t>
            </a:r>
          </a:p>
          <a:p>
            <a:pPr>
              <a:defRPr sz="1800"/>
            </a:pPr>
            <a:r>
              <a:t>7. Full lifecycle persisted for audit trail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Bedrock 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Model: Claude Sonnet 4.6 (us.anthropic.claude-sonnet-4-6)</a:t>
            </a:r>
          </a:p>
          <a:p>
            <a:pPr>
              <a:defRPr sz="1800"/>
            </a:pPr>
            <a:r>
              <a:t>Prompt: Service context + error rate + log messages (capped at 50)</a:t>
            </a:r>
          </a:p>
          <a:p>
            <a:pPr>
              <a:defRPr sz="1800"/>
            </a:pPr>
            <a:r>
              <a:t>Response: JSON with anomaly_score (0.0–1.0) + plain-text summary</a:t>
            </a:r>
          </a:p>
          <a:p>
            <a:pPr>
              <a:defRPr sz="1800"/>
            </a:pPr>
            <a:r>
              <a:t>Retry: Exponential backoff (1s, 2s, 4s) for transient errors</a:t>
            </a:r>
          </a:p>
          <a:p>
            <a:pPr>
              <a:defRPr sz="1800"/>
            </a:pPr>
            <a:r>
              <a:t>Health caching: /health reports last-known Bedrock status</a:t>
            </a:r>
          </a:p>
          <a:p>
            <a:pPr>
              <a:defRPr sz="1800"/>
            </a:pPr>
            <a:r>
              <a:t>Cost control: Gate 1 pre-filter reduces unnecessary API calls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 ID changes: Iterated through 4 model IDs to find active one</a:t>
            </a:r>
          </a:p>
          <a:p>
            <a:pPr>
              <a:defRPr sz="1800"/>
            </a:pPr>
            <a:r>
              <a:t>Response parsing: Model wraps JSON in markdown — added fence stripping</a:t>
            </a:r>
          </a:p>
          <a:p>
            <a:pPr>
              <a:defRPr sz="1800"/>
            </a:pPr>
            <a:r>
              <a:t>Cooldown noise: Suppressed records cluttered dashboard — by design for audit</a:t>
            </a:r>
          </a:p>
          <a:p>
            <a:pPr>
              <a:defRPr sz="1800"/>
            </a:pPr>
            <a:r>
              <a:t>Concurrent writes: SQLite WAL mode enables BackgroundTask parallelism</a:t>
            </a:r>
          </a:p>
          <a:p>
            <a:pPr>
              <a:defRPr sz="1800"/>
            </a:pPr>
            <a:r>
              <a:t>Session credentials: Temporary tokens expire — documented in workflow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Quality &amp;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48 source files, 7,322 lines of code</a:t>
            </a:r>
          </a:p>
          <a:p>
            <a:pPr>
              <a:defRPr sz="1800"/>
            </a:pPr>
            <a:r>
              <a:t>flake8 linting: zero errors (max-line-length=120)</a:t>
            </a:r>
          </a:p>
          <a:p>
            <a:pPr>
              <a:defRPr sz="1800"/>
            </a:pPr>
            <a:r>
              <a:t>Google-style docstrings on all public functions</a:t>
            </a:r>
          </a:p>
          <a:p>
            <a:pPr>
              <a:defRPr sz="1800"/>
            </a:pPr>
            <a:r>
              <a:t>Module-level docstrings in every Python file</a:t>
            </a:r>
          </a:p>
          <a:p>
            <a:pPr>
              <a:defRPr sz="1800"/>
            </a:pPr>
            <a:r>
              <a:t>Structured JSON logging throughout</a:t>
            </a:r>
          </a:p>
          <a:p>
            <a:pPr>
              <a:defRPr sz="1800"/>
            </a:pPr>
            <a:r>
              <a:t>Type hints on all function signatures</a:t>
            </a:r>
          </a:p>
          <a:p>
            <a:pPr>
              <a:defRPr sz="1800"/>
            </a:pPr>
            <a:r>
              <a:t>Comprehensive .env.example with all 14 configuration variables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Authentication: OAuth2/OIDC for dashboard access</a:t>
            </a:r>
          </a:p>
          <a:p>
            <a:pPr>
              <a:defRPr sz="1800"/>
            </a:pPr>
            <a:r>
              <a:t>Deployment: Docker + AWS App Runner or ECS/Fargate</a:t>
            </a:r>
          </a:p>
          <a:p>
            <a:pPr>
              <a:defRPr sz="1800"/>
            </a:pPr>
            <a:r>
              <a:t>Semantic analysis: S3 Vectors for log embeddings</a:t>
            </a:r>
          </a:p>
          <a:p>
            <a:pPr>
              <a:defRPr sz="1800"/>
            </a:pPr>
            <a:r>
              <a:t>Cursor-based pagination for high-volume log stores</a:t>
            </a:r>
          </a:p>
          <a:p>
            <a:pPr>
              <a:defRPr sz="1800"/>
            </a:pPr>
            <a:r>
              <a:t>Test coverage: Complete the optional test suite (target 80%+)</a:t>
            </a:r>
          </a:p>
          <a:p>
            <a:pPr>
              <a:defRPr sz="1800"/>
            </a:pPr>
            <a:r>
              <a:t>Monitoring: CloudWatch integration for self-observability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Start server: uvicorn app.main:app --reload</a:t>
            </a:r>
          </a:p>
          <a:p>
            <a:pPr>
              <a:defRPr sz="1800"/>
            </a:pPr>
            <a:r>
              <a:t>2. Generate logs: python generate_logs.py</a:t>
            </a:r>
          </a:p>
          <a:p>
            <a:pPr>
              <a:defRPr sz="1800"/>
            </a:pPr>
            <a:r>
              <a:t>3. Open dashboard: http://localhost:8000/dashboard</a:t>
            </a:r>
          </a:p>
          <a:p>
            <a:pPr>
              <a:defRPr sz="1800"/>
            </a:pPr>
            <a:r>
              <a:t>4. Click 'Run Analysis' — watch Bedrock AI in action</a:t>
            </a:r>
          </a:p>
          <a:p>
            <a:pPr>
              <a:defRPr sz="1800"/>
            </a:pPr>
            <a:r>
              <a:t>5. Observe: anomaly scores, AI summaries, alert dispatch</a:t>
            </a:r>
          </a:p>
          <a:p>
            <a:pPr>
              <a:defRPr sz="1800"/>
            </a:pPr>
            <a:r>
              <a:t>6. Check /health, /metrics, /anomalies endpoints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SRE Watchdog — AI-Powered Observability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912</Words>
  <Application>Microsoft Office PowerPoint</Application>
  <PresentationFormat>On-screen Show (4:3)</PresentationFormat>
  <Paragraphs>101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SRE Watchdog</vt:lpstr>
      <vt:lpstr>The Problem</vt:lpstr>
      <vt:lpstr>The Solution: SRE Watchdog</vt:lpstr>
      <vt:lpstr>Architecture Overview</vt:lpstr>
      <vt:lpstr>Tech Stack</vt:lpstr>
      <vt:lpstr>Development Timeline</vt:lpstr>
      <vt:lpstr>Key Features Delivered</vt:lpstr>
      <vt:lpstr>PowerPoint Presentation</vt:lpstr>
      <vt:lpstr>PowerPoint Presentation</vt:lpstr>
      <vt:lpstr>PowerPoint Presentation</vt:lpstr>
      <vt:lpstr>PowerPoint Presentation</vt:lpstr>
      <vt:lpstr>Detection Pipeline in Action</vt:lpstr>
      <vt:lpstr>AWS Bedrock AI Integration</vt:lpstr>
      <vt:lpstr>Challenges &amp; Solutions</vt:lpstr>
      <vt:lpstr>Code Quality &amp; Standards</vt:lpstr>
      <vt:lpstr>Production Roadmap</vt:lpstr>
      <vt:lpstr>Live Demo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arch.shopper19@gmail.com</cp:lastModifiedBy>
  <cp:revision>2</cp:revision>
  <dcterms:created xsi:type="dcterms:W3CDTF">2013-01-27T09:14:16Z</dcterms:created>
  <dcterms:modified xsi:type="dcterms:W3CDTF">2026-05-20T13:01:40Z</dcterms:modified>
  <cp:category/>
</cp:coreProperties>
</file>